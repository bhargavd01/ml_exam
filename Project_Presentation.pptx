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Player Selection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Binary classification: Selected vs Not Selected.</a:t>
            </a:r>
          </a:p>
          <a:p>
            <a:pPr>
              <a:spcAft>
                <a:spcPts val="1000"/>
              </a:spcAft>
              <a:defRPr sz="2200"/>
            </a:pPr>
            <a:r>
              <a:t>Inputs are measurable player-performance indicators.</a:t>
            </a:r>
          </a:p>
          <a:p>
            <a:pPr>
              <a:spcAft>
                <a:spcPts val="1000"/>
              </a:spcAft>
              <a:defRPr sz="2200"/>
            </a:pPr>
            <a:r>
              <a:t>Output is decision support; final selection remains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600 reproducible simulated player profiles.</a:t>
            </a:r>
          </a:p>
          <a:p>
            <a:pPr>
              <a:spcAft>
                <a:spcPts val="1000"/>
              </a:spcAft>
              <a:defRPr sz="2200"/>
            </a:pPr>
            <a:r>
              <a:t>Cricket performance variables: runs, average, strike rate, matches, centuries, form, fitness and fielding.</a:t>
            </a:r>
          </a:p>
          <a:p>
            <a:pPr>
              <a:spcAft>
                <a:spcPts val="1000"/>
              </a:spcAft>
              <a:defRPr sz="2200"/>
            </a:pPr>
            <a:r>
              <a:t>Public cricket statistics used as reference for field definitions.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Removed duplicate player IDs.</a:t>
            </a:r>
          </a:p>
          <a:p>
            <a:pPr>
              <a:spcAft>
                <a:spcPts val="1000"/>
              </a:spcAft>
              <a:defRPr sz="2200"/>
            </a:pPr>
            <a:r>
              <a:t>Checked missing values.</a:t>
            </a:r>
          </a:p>
          <a:p>
            <a:pPr>
              <a:spcAft>
                <a:spcPts val="1000"/>
              </a:spcAft>
              <a:defRPr sz="2200"/>
            </a:pPr>
            <a:r>
              <a:t>Median imputation inside ML pipelines.</a:t>
            </a:r>
          </a:p>
          <a:p>
            <a:pPr>
              <a:spcAft>
                <a:spcPts val="1000"/>
              </a:spcAft>
              <a:defRPr sz="2200"/>
            </a:pPr>
            <a:r>
              <a:t>80/20 stratified train-test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Class distribution.</a:t>
            </a:r>
          </a:p>
          <a:p>
            <a:pPr>
              <a:spcAft>
                <a:spcPts val="1000"/>
              </a:spcAft>
              <a:defRPr sz="2200"/>
            </a:pPr>
            <a:r>
              <a:t>Batting Average vs Strike Rate.</a:t>
            </a:r>
          </a:p>
          <a:p>
            <a:pPr>
              <a:spcAft>
                <a:spcPts val="1000"/>
              </a:spcAft>
              <a:defRPr sz="2200"/>
            </a:pPr>
            <a:r>
              <a:t>Correlation heatmap.</a:t>
            </a:r>
          </a:p>
          <a:p>
            <a:pPr>
              <a:spcAft>
                <a:spcPts val="1000"/>
              </a:spcAft>
              <a:defRPr sz="2200"/>
            </a:pPr>
            <a:r>
              <a:t>Observations are used to guide preprocessing and modelling.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Logistic Regression — baseline.</a:t>
            </a:r>
          </a:p>
          <a:p>
            <a:pPr>
              <a:spcAft>
                <a:spcPts val="1000"/>
              </a:spcAft>
              <a:defRPr sz="2200"/>
            </a:pPr>
            <a:r>
              <a:t>Decision Tree — non-linear rules.</a:t>
            </a:r>
          </a:p>
          <a:p>
            <a:pPr>
              <a:spcAft>
                <a:spcPts val="1000"/>
              </a:spcAft>
              <a:defRPr sz="2200"/>
            </a:pPr>
            <a:r>
              <a:t>Random Forest — ensemble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Accuracy</a:t>
            </a:r>
          </a:p>
          <a:p>
            <a:pPr>
              <a:spcAft>
                <a:spcPts val="1000"/>
              </a:spcAft>
              <a:defRPr sz="2200"/>
            </a:pPr>
            <a:r>
              <a:t>Precision</a:t>
            </a:r>
          </a:p>
          <a:p>
            <a:pPr>
              <a:spcAft>
                <a:spcPts val="1000"/>
              </a:spcAft>
              <a:defRPr sz="2200"/>
            </a:pPr>
            <a:r>
              <a:t>Recall</a:t>
            </a:r>
          </a:p>
          <a:p>
            <a:pPr>
              <a:spcAft>
                <a:spcPts val="1000"/>
              </a:spcAft>
              <a:defRPr sz="2200"/>
            </a:pPr>
            <a:r>
              <a:t>F1-score</a:t>
            </a:r>
          </a:p>
          <a:p>
            <a:pPr>
              <a:spcAft>
                <a:spcPts val="1000"/>
              </a:spcAft>
              <a:defRPr sz="2200"/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Best model: Logistic Regression</a:t>
            </a:r>
          </a:p>
          <a:p>
            <a:pPr>
              <a:spcAft>
                <a:spcPts val="1000"/>
              </a:spcAft>
              <a:defRPr sz="2200"/>
            </a:pPr>
            <a:r>
              <a:t>Logistic Regression: Accuracy 0.758 | Precision 0.750 | Recall 0.709 | F1 0.729</a:t>
            </a:r>
          </a:p>
          <a:p>
            <a:pPr>
              <a:spcAft>
                <a:spcPts val="1000"/>
              </a:spcAft>
              <a:defRPr sz="2200"/>
            </a:pPr>
            <a:r>
              <a:t>Decision Tree: Accuracy 0.692 | Precision 0.688 | Recall 0.600 | F1 0.641</a:t>
            </a:r>
          </a:p>
          <a:p>
            <a:pPr>
              <a:spcAft>
                <a:spcPts val="1000"/>
              </a:spcAft>
              <a:defRPr sz="2200"/>
            </a:pPr>
            <a:r>
              <a:t>Random Forest: Accuracy 0.708 | Precision 0.679 | Recall 0.691 | F1 0.685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Streamlit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Enter player statistics.</a:t>
            </a:r>
          </a:p>
          <a:p>
            <a:pPr>
              <a:spcAft>
                <a:spcPts val="1000"/>
              </a:spcAft>
              <a:defRPr sz="2200"/>
            </a:pPr>
            <a:r>
              <a:t>Click Predict Selection.</a:t>
            </a:r>
          </a:p>
          <a:p>
            <a:pPr>
              <a:spcAft>
                <a:spcPts val="1000"/>
              </a:spcAft>
              <a:defRPr sz="2200"/>
            </a:pPr>
            <a:r>
              <a:t>View class, probability and model.</a:t>
            </a:r>
          </a:p>
          <a:p>
            <a:pPr>
              <a:spcAft>
                <a:spcPts val="1000"/>
              </a:spcAft>
              <a:defRPr sz="2200"/>
            </a:pPr>
            <a:r>
              <a:t>Use the output alongside human judgement.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Proxy target rather than verified historical selector decisions.</a:t>
            </a:r>
          </a:p>
          <a:p>
            <a:pPr>
              <a:spcAft>
                <a:spcPts val="1000"/>
              </a:spcAft>
              <a:defRPr sz="2200"/>
            </a:pPr>
            <a:r>
              <a:t>Real selection includes context and qualitative judgement.</a:t>
            </a:r>
          </a:p>
          <a:p>
            <a:pPr>
              <a:spcAft>
                <a:spcPts val="1000"/>
              </a:spcAft>
              <a:defRPr sz="2200"/>
            </a:pPr>
            <a:r>
              <a:t>The model should not be presented as an automatic selector.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End-to-end ML pipeline completed.</a:t>
            </a:r>
          </a:p>
          <a:p>
            <a:pPr>
              <a:spcAft>
                <a:spcPts val="1000"/>
              </a:spcAft>
              <a:defRPr sz="2200"/>
            </a:pPr>
            <a:r>
              <a:t>Three models compared.</a:t>
            </a:r>
          </a:p>
          <a:p>
            <a:pPr>
              <a:spcAft>
                <a:spcPts val="1000"/>
              </a:spcAft>
              <a:defRPr sz="2200"/>
            </a:pPr>
            <a:r>
              <a:t>Best model evaluated and saved.</a:t>
            </a:r>
          </a:p>
          <a:p>
            <a:pPr>
              <a:spcAft>
                <a:spcPts val="1000"/>
              </a:spcAft>
              <a:defRPr sz="2200"/>
            </a:pPr>
            <a:r>
              <a:t>Streamlit prototype deployed locally.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